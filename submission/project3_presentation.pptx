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INTRO TO DEEP LEARNING · BGU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Synthetic-to-Real</a:t>
            </a:r>
            <a:endParaRPr lang="en-US" sz="3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Chessboard Generation</a:t>
            </a:r>
            <a:endParaRPr lang="en-US" sz="3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 Podgor  ·  Ilay Vanunu  ·  Ran Packler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39867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Computer Science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1463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873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8" name="Image 0" descr="/Users/rnpqlr/Desktop/empty/dl project/submission/sample_outputs/synthetic_whit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3444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2642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 = white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89520" y="1188720"/>
            <a:ext cx="1463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873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/Users/rnpqlr/Desktop/empty/dl project/submission/sample_outputs/synthetic_black_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234440"/>
            <a:ext cx="1371600" cy="1371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642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 = black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03504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synthetic renders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solving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a FEN position + a viewpoint</a:t>
            </a:r>
            <a:endParaRPr lang="en-US" sz="1500" dirty="0"/>
          </a:p>
          <a:p>
            <a:pPr lvl="1" marL="6858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 ∈ {white, black} — which color is closest to the camera</a:t>
            </a:r>
            <a:endParaRPr lang="en-US" sz="15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three images saved to ./results/</a:t>
            </a:r>
            <a:endParaRPr lang="en-US" sz="1500" dirty="0"/>
          </a:p>
          <a:p>
            <a:pPr lvl="1" marL="6858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synthetic.png · realistic.png · side_by_side.png</a:t>
            </a:r>
            <a:endParaRPr lang="en-US" sz="15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part: preserve the EXACT board state</a:t>
            </a:r>
            <a:endParaRPr lang="en-US" sz="1500" dirty="0"/>
          </a:p>
          <a:p>
            <a:pPr lvl="1" marL="6858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pawn can't appear on an empty square; a rook can't become a bishop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554480"/>
            <a:ext cx="15087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2873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Users/rnpqlr/Desktop/empty/dl project/submission/sample_outputs/synthetic_whit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1417320" cy="1417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0" y="30540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view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1554480"/>
            <a:ext cx="15087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2873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/Users/rnpqlr/Desktop/empty/dl project/submission/sample_outputs/synthetic_black_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00200"/>
            <a:ext cx="1417320" cy="1417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30540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view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69280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FEN, two viewpoints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Chessboard Generation from FEN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3210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two-stage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BF8F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87452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 + viewpoint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inputs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50592" y="23545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88920" y="1874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BF8F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98648" y="187452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render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+ seg + depth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0872" y="23545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0" y="1874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3E7D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38928" y="187452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pix2pixHD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geometry-conditioned 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31152" y="23545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269480" y="1874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BF8F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79208" y="187452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side-by-side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611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</a:t>
            </a:r>
            <a:pPr algn="ctr" indent="0" marL="0">
              <a:buNone/>
            </a:pPr>
            <a:r>
              <a:rPr lang="en-US" sz="14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supervision (not CycleGAN): the model gets a direct penalty for moving a piece or inventing texture on an empty square.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Chessboard Generation from FEN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IS SPECIAL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 on geometry, not just RGB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4572000" cy="786384"/>
          </a:xfrm>
          <a:prstGeom prst="rect">
            <a:avLst/>
          </a:prstGeom>
          <a:solidFill>
            <a:srgbClr val="E8D9BE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synthetic render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450592"/>
            <a:ext cx="4572000" cy="786384"/>
          </a:xfrm>
          <a:prstGeom prst="rect">
            <a:avLst/>
          </a:prstGeom>
          <a:solidFill>
            <a:srgbClr val="DFC9A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450592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one-hot — fen_silhouette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channels  ·  empty + 12 piece classes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346704"/>
            <a:ext cx="4572000" cy="786384"/>
          </a:xfrm>
          <a:prstGeom prst="rect">
            <a:avLst/>
          </a:prstGeom>
          <a:solidFill>
            <a:srgbClr val="CBB07E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46704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— depth · silhouette · edge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03520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715000" y="1783080"/>
            <a:ext cx="2971800" cy="1371600"/>
          </a:xfrm>
          <a:prstGeom prst="roundRect">
            <a:avLst>
              <a:gd name="adj" fmla="val 6667"/>
            </a:avLst>
          </a:prstGeom>
          <a:solidFill>
            <a:srgbClr val="6B4F3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1783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21-channel input</a:t>
            </a:r>
            <a:endParaRPr lang="en-US" sz="1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9-block generator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669280" y="3383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geometry tell the generator both what should be on each square and the true silhouette of every piece — derived at inference from the FEN alone.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Chessboard Generation from FEN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KEY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 geometry decided everything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3886200" cy="1874520"/>
          </a:xfrm>
          <a:prstGeom prst="rect">
            <a:avLst/>
          </a:prstGeom>
          <a:solidFill>
            <a:srgbClr val="FBF8F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00200"/>
            <a:ext cx="91440" cy="1874520"/>
          </a:xfrm>
          <a:prstGeom prst="rect">
            <a:avLst/>
          </a:prstGeom>
          <a:solidFill>
            <a:srgbClr val="9C5B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rgbClr val="9C5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54.9° global elevation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top-down — synthetic pieces don't match the real photos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90872" y="1600200"/>
            <a:ext cx="3886200" cy="1874520"/>
          </a:xfrm>
          <a:prstGeom prst="rect">
            <a:avLst/>
          </a:prstGeom>
          <a:solidFill>
            <a:srgbClr val="F3E7D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600200"/>
            <a:ext cx="91440" cy="187452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17373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40.7° per-game (38–44°)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real board photographs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79476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the synthetic camera to the real photos shrank the domain gap more than any loss tuning.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Chessboard Generation from FEN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210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 held-out boards (game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04088" y="1444752"/>
            <a:ext cx="265176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Users/rnpqlr/Desktop/empty/dl project/v5_work/report_final_qualit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17904"/>
            <a:ext cx="2505456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03320" y="1481328"/>
            <a:ext cx="4892040" cy="786384"/>
          </a:xfrm>
          <a:prstGeom prst="rect">
            <a:avLst/>
          </a:prstGeom>
          <a:solidFill>
            <a:srgbClr val="FBF8F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0" y="148132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212080" y="1481328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accuracy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703320" y="2395728"/>
            <a:ext cx="4892040" cy="786384"/>
          </a:xfrm>
          <a:prstGeom prst="rect">
            <a:avLst/>
          </a:prstGeom>
          <a:solidFill>
            <a:srgbClr val="FBF8F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0" y="239572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212080" y="2395728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accuracy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703320" y="3310128"/>
            <a:ext cx="4892040" cy="786384"/>
          </a:xfrm>
          <a:prstGeom prst="rect">
            <a:avLst/>
          </a:prstGeom>
          <a:solidFill>
            <a:srgbClr val="FBF8F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40480" y="331012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212080" y="3310128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piece-type accuracy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03320" y="42519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visual quality, not the top scalar. </a:t>
            </a:r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merged blob can still be classified correctly — so realism was judged on visual grids + halo / double-head audits.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Chessboard Generation from FEN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210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ABLATION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alone mislead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423367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Users/rnpqlr/Desktop/empty/dl project/v5_work/report_ablation_qualit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0472"/>
            <a:ext cx="4142232" cy="30175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554480"/>
          <a:ext cx="3200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60120"/>
                <a:gridCol w="868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silABC (final)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geometry-lock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5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washed / milky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parallax8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5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40680" y="3063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exact geometry removes double-heads but destroys the photo-like style. Each component was kept only if it was beneficial AND necessary.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Chessboard Generation from FEN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3210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HONEST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didn't work &amp; limitations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3931920" cy="2880360"/>
          </a:xfrm>
          <a:prstGeom prst="rect">
            <a:avLst/>
          </a:prstGeom>
          <a:solidFill>
            <a:srgbClr val="FBF8F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 CUT / CycleGAN — won't preserve exact state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parallax stretch — exactness 0.76 → 0.45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geometry-lock — pieces look milky / transparent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auto-masks — fail at the 40–60 px piece scale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54480"/>
            <a:ext cx="3886200" cy="2880360"/>
          </a:xfrm>
          <a:prstGeom prst="rect">
            <a:avLst/>
          </a:prstGeom>
          <a:solidFill>
            <a:srgbClr val="F3E7D2"/>
          </a:solidFill>
          <a:ln w="12700">
            <a:solidFill>
              <a:srgbClr val="E4D9C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01184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01184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targets are homography-rectified photos of a 3D scene.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plane aligns, but the elevated piece heads do not — so synthetic and real shapes are slightly incompatible.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blob-like pawns, weak separation between neighbours, occasional phantom texture.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Chessboard Generation from FEN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pix2pixHD with FEN + silhouette + depth + edge conditioning.</a:t>
            </a:r>
            <a:endParaRPr lang="en-US" sz="16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bright_silABC gives the best realism / state-preservation trade-off.</a:t>
            </a:r>
            <a:endParaRPr lang="en-US" sz="16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 result: clean piece topology vs. photographic style is a persistent trade-off under low-res automatic supervision.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66928" y="3977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8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—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 — Synthetic-to-Real Chessboard Generation from FEN</dc:title>
  <dc:subject>PptxGenJS Presentation</dc:subject>
  <dc:creator>Tal Podgor, Ilay Vanunu, Ran Packler</dc:creator>
  <cp:lastModifiedBy>Tal Podgor, Ilay Vanunu, Ran Packler</cp:lastModifiedBy>
  <cp:revision>1</cp:revision>
  <dcterms:created xsi:type="dcterms:W3CDTF">2026-06-20T16:48:44Z</dcterms:created>
  <dcterms:modified xsi:type="dcterms:W3CDTF">2026-06-20T16:48:44Z</dcterms:modified>
</cp:coreProperties>
</file>